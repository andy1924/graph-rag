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4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438F-20B1-ED8B-E10C-D3839BA4A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B5964-123B-A895-34EC-A5D6BEE77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860AA-C3C9-F77B-DB5F-8F20B927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297AE-0803-319C-2AC9-7547E3EE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4490B-3A52-873D-8A80-1075ED75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37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841C-6EB7-A3DF-4F73-455FB624F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27A48-ED22-BD1C-FC46-4CEF90E50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E7AFF-6D85-A553-B2FB-7B17AA18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0D3AD-BB90-E4E7-9DE5-E08EA670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9FF93-8110-D61B-C964-BFF8F26C7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71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2E56-4770-1CAD-6835-1E8D5B89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F25FD-CA04-4D23-0E69-60B01B2E8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BCC8D-7964-6878-F4BD-5C8F073CA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654AA-DBCF-9840-7E6E-A14D671F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BC61A-ED7D-BC03-370B-D60283B5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311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976E-914A-5D82-270A-997535BA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96D06-3EBD-C38A-06E5-5CC1FFCC1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17FD1-DAD0-D6B6-137A-73AD47FB2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CD8E-162D-B1D0-8293-0E49690A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A4313-4DEA-F897-2E44-D5293CCF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25502-E3E9-FBE1-9676-D22CADF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51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D703-A340-995F-1DAC-49EB074C1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52962-887F-C153-89EA-770E1FFEB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EB020B-E006-3EA1-C64D-3F25D4E1C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C0AD3-A407-45F0-9E57-28909C9D1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903E1-13CB-0946-CC5B-747EE84D2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06923C-4DFD-7608-2A6F-78F62AFA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3F9EC-E3E3-DAF1-C368-8C920672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0DADFD-E3B7-1801-B4C1-CB0A7D5E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572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18F5-8C29-33FC-A03F-7B555DBA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D62DE-0365-8DEE-6E3D-F19B3A26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E32D6-E454-F86B-455A-83CD77BF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D4EB4-97E4-1131-4636-904FFBD5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26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70B02C-C420-988D-F411-D4747778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8C5557-F84F-D909-13DE-49E4B175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2CBEF-2100-EB80-9F68-9CEE5831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411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57F5-B596-3F72-DB58-A30B682F9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83474-A82C-C4D6-A6BD-4E59AF460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AA485-A7FD-BEE5-BC37-32E16C079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0B63A-CC27-2F7F-CEC3-04E1F8AA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ECC4B-C331-D5F4-D806-A5FBA241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CDAB7-5EA6-64C2-7FAA-A74BB577B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200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B0E1-9B5C-BE23-FF6A-FC8B81A7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9F57D0-9DFD-0A25-AA70-DB3F1CB71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F44BC6-2A0D-3736-E32D-16E2302A7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5AF99-5F60-C7EF-47EC-2C41F68AD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4F8F1-F264-BEAA-C8B7-0E10EDF3E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8FC3A-9872-2DB6-D1F8-5937584F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956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824A-D2D0-964F-6ECA-5531C89C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A402B-FD35-C067-6D06-908464E5D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9FACE-7977-23A7-2FCF-820774BD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D6754-0248-C539-1876-DD1C4C673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ADCCC-1512-5979-58C8-9A90E379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85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27556-7E59-A569-01F0-835B5EC98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2BCB2-B9F6-4BDC-190F-263F0D4AB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6FD51-B5EC-828E-E82D-BFA1006E3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2C45D-A66E-F9AF-4D34-A3A84A1D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A09A-A40F-997E-ED0B-4E654442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23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623DB-17C3-0A9B-0096-81835C25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C4699-634C-20A8-81A6-50A6C3F2D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D76AE-79D3-975D-6D34-6D459596B6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54687-D125-4742-BCD1-502D99E71DB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8654F-6D00-EDCD-20A9-182AE4FCC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BF83E-6958-92C4-A3AA-04F104D16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3AD5D-7400-4539-9F67-F0444740F5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332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C1DCAF-726E-FF7C-4462-DCB008A3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4"/>
            <a:ext cx="12192000" cy="685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177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8BBF3-B748-56AC-508C-991A09D58B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4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37A20E-5DD2-345E-2ED5-D24C83E075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51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08A9C-6FC0-A803-263D-7430FEAE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436EA7-9038-5CC9-3ADB-9A9BCA98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82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49CB2-2B7F-03CE-2FE2-95664FB6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7A78A4-B76C-A0DF-2737-B0E5F92D99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F4E60-7499-AF24-01B8-42620FC9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1EF0EC-ECFC-5C62-9246-A2EC8CB2B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111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358FD-BA4A-A200-D8F9-395DAD56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9614B2-FB93-A07E-9BBF-E6F184D775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2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0FEF1-29D6-EEA2-45FF-7AEC1DB0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720360-7D27-B1CA-BE98-9294BD95C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2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29BDA-B7B2-4303-FE43-7609AD00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F9F6A5-2D3D-6D3D-4636-0C85A9CCF1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7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C59A5-559C-00C4-476D-4BF41696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F4F7A-48E1-DE77-BAB7-7DE11617D9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58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087AA-067C-2E4F-D6EA-A6FA5AE6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D14109-0F11-3DFE-571B-896BD02575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4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5C87B-8093-BA74-76F6-17DAFCC91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D869DD-3512-033F-BB5A-88E3C3712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59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893AA-8E10-DD8F-9D38-65CF8D8E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FEF8AA-FA5C-5CA3-B153-9A7E0D2DA6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2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42316B-0ED9-5FBC-3ABA-9D99805A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E45B0-24C8-0BB4-6482-0412D8E38C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85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C93E9-2F8A-1642-95D8-1B06F039E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9FAC8C-74BF-2493-43BB-BF4FB33BD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83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02B81-78E3-28B1-C5E2-8C8349CF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63B64F-A3F3-10B5-39AA-200D77D503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01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1E85C-F23D-0BAF-EB72-18DFAD61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24727C-0987-9EF0-F8E9-892FCD187C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6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ARNAV DESHPANDE - 70322300065</dc:creator>
  <cp:lastModifiedBy>ARNAV DESHPANDE - 70322300065</cp:lastModifiedBy>
  <cp:revision>1</cp:revision>
  <dcterms:created xsi:type="dcterms:W3CDTF">2026-04-22T14:09:51Z</dcterms:created>
  <dcterms:modified xsi:type="dcterms:W3CDTF">2026-04-22T14:18:39Z</dcterms:modified>
</cp:coreProperties>
</file>